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/>
              <a:t>  オンボーディングの目的</a:t>
            </a:r>
          </a:p>
          <a:p>
            <a:pPr/>
            <a:r>
              <a:rPr sz="1200"/>
              <a:t>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オンボーディングの目的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/>
              <a:t>目的は早期戦力化です。※1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10668000" cy="431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/>
              <a:t>※1 p.2 chunk=c_0001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