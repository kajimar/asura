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10668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オンボーディングの目的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032000"/>
            <a:ext cx="10668000" cy="406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200"/>
              <a:t>目的は早期戦力化です。※1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0" y="6477000"/>
            <a:ext cx="1397000" cy="317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