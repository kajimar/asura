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1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65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AE8681-2050-CE5A-B1A3-21DFDAD46D22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91951CC5-2857-50E8-0DA7-169A95DA9218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0211E40-03DD-62CC-ACBA-95CADECC4583}"/>
              </a:ext>
            </a:extLst>
          </p:cNvPr>
          <p:cNvSpPr/>
          <p:nvPr/>
        </p:nvSpPr>
        <p:spPr>
          <a:xfrm>
            <a:off x="-1" y="-1"/>
            <a:ext cx="12192001" cy="105064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2D4AF306-830D-C51A-ACB2-ECD2AC5B1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457200" y="391821"/>
            <a:ext cx="237744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9244" y="334669"/>
            <a:ext cx="36530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Tier</a:t>
            </a: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（完全版表</a:t>
            </a:r>
            <a:r>
              <a:rPr lang="en-US" sz="2100" b="1" dirty="0">
                <a:solidFill>
                  <a:srgbClr val="FFFF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51138" y="457200"/>
            <a:ext cx="3643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3F2FD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W-CPU1 / W-CPU2 / G-8 / G-12 </a:t>
            </a:r>
            <a:r>
              <a:rPr lang="en-US" sz="1200" dirty="0">
                <a:solidFill>
                  <a:srgbClr val="E3F2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の現実ライン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58035"/>
              </p:ext>
            </p:extLst>
          </p:nvPr>
        </p:nvGraphicFramePr>
        <p:xfrm>
          <a:off x="466344" y="1380744"/>
          <a:ext cx="11277296" cy="4144253"/>
        </p:xfrm>
        <a:graphic>
          <a:graphicData uri="http://schemas.openxmlformats.org/drawingml/2006/table">
            <a:tbl>
              <a:tblPr/>
              <a:tblGrid>
                <a:gridCol w="142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6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Tier</a:t>
                      </a:r>
                      <a:endParaRPr lang="en-US" sz="975" dirty="0">
                        <a:latin typeface="Cambria" panose="02040503050406030204" pitchFamily="18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想定ハード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現実的な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LLM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規模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常駐可否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同時実行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設計指針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0078D4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W-CPU1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CPU-only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8C/16T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級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 + 32GB RAM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3B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〜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7B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 (4bit)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EF6C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条件付き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負荷高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C6282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厳しい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オンデマンド推奨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CPU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最適化命令（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AVX-512/VNNI/AMX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等）を活用</a:t>
                      </a:r>
                      <a:r>
                        <a:rPr lang="en-US" sz="750" dirty="0">
                          <a:solidFill>
                            <a:srgbClr val="86868B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[13]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。常駐は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“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小型＋短文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”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に限定し、重い処理は避ける。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0078D4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W-CPU2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CPU-only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16C/32T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級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 + 64GB RAM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7B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〜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14B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 (4bit)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0078D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可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ただし速度要検証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EF6C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設計次第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夜間バッチ（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Embedding/OCR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）で負荷平準化。メモリ余裕はあるが計算速度が律速。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8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0078D4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G-8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NVIDIA GPU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VRAM 8GB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7B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中心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 (4bit)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0078D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可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短文に限る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EF6C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軽量なら可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画像生成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SDXL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等は設定依存で厳しいため要ベンチ。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7B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級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LLM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単体なら快適に動作。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0078D4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G-12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NVIDIA GPU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VRAM 12GB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7B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〜</a:t>
                      </a:r>
                      <a:r>
                        <a:rPr lang="en-US" sz="975" b="1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14B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 (4bit)</a:t>
                      </a:r>
                      <a:endParaRPr lang="en-US" sz="1200" dirty="0">
                        <a:latin typeface="Cambria" panose="02040503050406030204" pitchFamily="18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0078D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可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5" dirty="0">
                          <a:solidFill>
                            <a:srgbClr val="2E7D3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現実化</a:t>
                      </a:r>
                      <a:endParaRPr lang="en-US" sz="1200" dirty="0"/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14B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級が視野に入る。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VLM 2B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〜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7B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級や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Cambria" panose="02040503050406030204" pitchFamily="18" charset="0"/>
                          <a:ea typeface="Noto Sans JP" pitchFamily="34" charset="-122"/>
                          <a:cs typeface="Noto Sans JP" pitchFamily="34" charset="-120"/>
                        </a:rPr>
                        <a:t>ASR GPU</a:t>
                      </a:r>
                      <a:r>
                        <a:rPr lang="en-US" sz="975" dirty="0">
                          <a:solidFill>
                            <a:srgbClr val="1D1D1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版を同時に載せやすく、実用性が高い。</a:t>
                      </a:r>
                      <a:endParaRPr lang="en-US" sz="97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52705" marR="152705" marT="114300" marB="114300">
                    <a:lnL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1371600"/>
            <a:ext cx="11296498" cy="4143146"/>
          </a:xfrm>
          <a:prstGeom prst="roundRect">
            <a:avLst>
              <a:gd name="adj" fmla="val 406"/>
            </a:avLst>
          </a:prstGeom>
          <a:noFill/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</Words>
  <Application>Microsoft Macintosh PowerPoint</Application>
  <PresentationFormat>ワイド画面</PresentationFormat>
  <Paragraphs>42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Noto Sans JP</vt:lpstr>
      <vt:lpstr>Arial</vt:lpstr>
      <vt:lpstr>Cambria</vt:lpstr>
      <vt:lpstr>Office Theme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5</cp:revision>
  <dcterms:created xsi:type="dcterms:W3CDTF">2026-02-15T07:19:24Z</dcterms:created>
  <dcterms:modified xsi:type="dcterms:W3CDTF">2026-02-25T12:01:38Z</dcterms:modified>
</cp:coreProperties>
</file>