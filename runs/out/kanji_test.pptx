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>
            <a:r>
              <a:rPr sz="2000"/>
              <a:t>目次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78000"/>
            <a:ext cx="10668000" cy="4318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>
            <a:pPr/>
            <a:r>
              <a:rPr sz="1200"/>
              <a:t>  一次情報の収集・安全化・構造化による生成AI活用の試作</a:t>
            </a:r>
          </a:p>
          <a:p>
            <a:pPr/>
            <a:r>
              <a:rPr sz="1200"/>
              <a:t>  モデル差より、一次情報の収集と入力設計が価値になる</a:t>
            </a:r>
          </a:p>
          <a:p>
            <a:pPr/>
            <a:r>
              <a:rPr sz="1200"/>
              <a:t>  今回紹介する3つのユースケース</a:t>
            </a:r>
          </a:p>
          <a:p>
            <a:pPr/>
            <a:r>
              <a:rPr sz="1200"/>
              <a:t>  会議コンテキストを収集し、マスキング後に外部生成AIで壁打ち品質を上げる</a:t>
            </a:r>
          </a:p>
          <a:p>
            <a:pPr/>
            <a:r>
              <a:rPr sz="1200"/>
              <a:t>  ユースケース1では、会議文脈の価値と安全性を両立させる</a:t>
            </a:r>
          </a:p>
          <a:p>
            <a:pPr/>
            <a:r>
              <a:rPr sz="1200"/>
              <a:t>  会議・議事録から、ローカル完結で報告資料や提案資料を生成する</a:t>
            </a:r>
          </a:p>
          <a:p>
            <a:pPr/>
            <a:r>
              <a:rPr sz="1200"/>
              <a:t>  ユースケース2では、中間表現とテンプレート選択で品質を固定する</a:t>
            </a:r>
          </a:p>
          <a:p>
            <a:pPr/>
            <a:r>
              <a:rPr sz="1200"/>
              <a:t>  自作ノート・公開資料・許諾済み資料を学習コンテンツ化する</a:t>
            </a:r>
          </a:p>
          <a:p>
            <a:pPr/>
            <a:r>
              <a:rPr sz="1200"/>
              <a:t>  3ユースケースに共通する考え方</a:t>
            </a:r>
          </a:p>
          <a:p>
            <a:pPr/>
            <a:r>
              <a:rPr sz="1200"/>
              <a:t>  一次情報の収集から成果物化までの全体フロー</a:t>
            </a:r>
          </a:p>
          <a:p>
            <a:pPr/>
            <a:r>
              <a:rPr sz="1200"/>
              <a:t>  実装状況と今後の課題</a:t>
            </a:r>
          </a:p>
          <a:p>
            <a:pPr/>
            <a:r>
              <a:rPr sz="1200"/>
              <a:t>引用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0" y="6477000"/>
            <a:ext cx="1397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1016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>
            <a:r>
              <a:rPr sz="1800"/>
              <a:t>一次情報の収集・安全化・構造化による生成AI活用の試作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0668000" cy="4064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668000" y="6477000"/>
            <a:ext cx="1397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1016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>
            <a:r>
              <a:rPr sz="1800"/>
              <a:t>モデル差より、一次情報の収集と入力設計が価値になる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0668000" cy="4064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668000" y="6477000"/>
            <a:ext cx="1397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1016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>
            <a:r>
              <a:rPr sz="1800"/>
              <a:t>今回紹介する3つのユースケース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0668000" cy="4064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668000" y="6477000"/>
            <a:ext cx="1397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1016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>
            <a:r>
              <a:rPr sz="1800"/>
              <a:t>会議コンテキストを収集し、マスキング後に外部生成AIで壁打ち品質を上げる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0668000" cy="4064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668000" y="6477000"/>
            <a:ext cx="1397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1016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>
            <a:r>
              <a:rPr sz="1800"/>
              <a:t>ユースケース1では、会議文脈の価値と安全性を両立させる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0668000" cy="4064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668000" y="6477000"/>
            <a:ext cx="1397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1016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>
            <a:r>
              <a:rPr sz="1800"/>
              <a:t>会議・議事録から、ローカル完結で報告資料や提案資料を生成する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0668000" cy="4064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668000" y="6477000"/>
            <a:ext cx="1397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1016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>
            <a:r>
              <a:rPr sz="1800"/>
              <a:t>ユースケース2では、中間表現とテンプレート選択で品質を固定する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0668000" cy="4064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668000" y="6477000"/>
            <a:ext cx="1397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1016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>
            <a:r>
              <a:rPr sz="1800"/>
              <a:t>自作ノート・公開資料・許諾済み資料を学習コンテンツ化する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0668000" cy="4064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668000" y="6477000"/>
            <a:ext cx="1397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1016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>
            <a:r>
              <a:rPr sz="1800"/>
              <a:t>3ユースケースに共通する考え方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0668000" cy="4064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668000" y="6477000"/>
            <a:ext cx="1397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1016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>
            <a:r>
              <a:rPr sz="1800"/>
              <a:t>一次情報の収集から成果物化までの全体フロー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0668000" cy="4064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668000" y="6477000"/>
            <a:ext cx="1397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1016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>
            <a:r>
              <a:rPr sz="1800"/>
              <a:t>実装状況と今後の課題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0668000" cy="4064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668000" y="6477000"/>
            <a:ext cx="1397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>
            <a:r>
              <a:rPr sz="2000"/>
              <a:t>引用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78000"/>
            <a:ext cx="10668000" cy="43180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>
            <a:pPr/>
            <a:r>
              <a:rPr sz="1000"/>
              <a:t>※1 p.1 chunk=c_dummy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0" y="6477000"/>
            <a:ext cx="1397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