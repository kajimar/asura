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7"/>
    <a:srgbClr val="A5A6A8"/>
    <a:srgbClr val="F6F5F7"/>
    <a:srgbClr val="027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78"/>
    <p:restoredTop sz="94610"/>
  </p:normalViewPr>
  <p:slideViewPr>
    <p:cSldViewPr snapToGrid="0" snapToObjects="1">
      <p:cViewPr>
        <p:scale>
          <a:sx n="68" d="100"/>
          <a:sy n="68" d="100"/>
        </p:scale>
        <p:origin x="1352" y="3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684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EEBC76F-972A-D368-2E09-1B56B4495519}"/>
              </a:ext>
            </a:extLst>
          </p:cNvPr>
          <p:cNvSpPr/>
          <p:nvPr/>
        </p:nvSpPr>
        <p:spPr>
          <a:xfrm>
            <a:off x="3383279" y="3844138"/>
            <a:ext cx="534010" cy="309524"/>
          </a:xfrm>
          <a:prstGeom prst="rect">
            <a:avLst/>
          </a:prstGeom>
          <a:solidFill>
            <a:schemeClr val="bg2"/>
          </a:solidFill>
          <a:ln w="38100">
            <a:solidFill>
              <a:schemeClr val="bg2"/>
            </a:solidFill>
            <a:round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BC88FF00-2CAD-5B4F-302F-873B457A67A1}"/>
              </a:ext>
            </a:extLst>
          </p:cNvPr>
          <p:cNvSpPr/>
          <p:nvPr/>
        </p:nvSpPr>
        <p:spPr>
          <a:xfrm>
            <a:off x="5239510" y="3844138"/>
            <a:ext cx="504749" cy="309524"/>
          </a:xfrm>
          <a:prstGeom prst="rect">
            <a:avLst/>
          </a:prstGeom>
          <a:solidFill>
            <a:schemeClr val="bg2"/>
          </a:solidFill>
          <a:ln w="38100">
            <a:solidFill>
              <a:schemeClr val="bg2"/>
            </a:solidFill>
            <a:round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mbria" panose="02040503050406030204" pitchFamily="18" charset="0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A23FC63-D3BA-2D8C-821D-1962D9911C48}"/>
              </a:ext>
            </a:extLst>
          </p:cNvPr>
          <p:cNvSpPr/>
          <p:nvPr/>
        </p:nvSpPr>
        <p:spPr>
          <a:xfrm>
            <a:off x="7651698" y="3844138"/>
            <a:ext cx="1162202" cy="309524"/>
          </a:xfrm>
          <a:prstGeom prst="rect">
            <a:avLst/>
          </a:prstGeom>
          <a:solidFill>
            <a:schemeClr val="bg2"/>
          </a:solidFill>
          <a:ln w="38100" cap="rnd">
            <a:solidFill>
              <a:schemeClr val="bg2"/>
            </a:solidFill>
            <a:round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12CD8EA-AFEA-9D42-C946-60BC7FF4181D}"/>
              </a:ext>
            </a:extLst>
          </p:cNvPr>
          <p:cNvSpPr/>
          <p:nvPr/>
        </p:nvSpPr>
        <p:spPr>
          <a:xfrm>
            <a:off x="4637837" y="3844138"/>
            <a:ext cx="512977" cy="309524"/>
          </a:xfrm>
          <a:prstGeom prst="rect">
            <a:avLst/>
          </a:prstGeom>
          <a:solidFill>
            <a:schemeClr val="bg2"/>
          </a:solidFill>
          <a:ln w="38100">
            <a:solidFill>
              <a:schemeClr val="bg2"/>
            </a:solidFill>
            <a:round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Text 7"/>
          <p:cNvSpPr/>
          <p:nvPr/>
        </p:nvSpPr>
        <p:spPr>
          <a:xfrm>
            <a:off x="4631436" y="3844138"/>
            <a:ext cx="523951" cy="314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ASR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3384194" y="3844138"/>
            <a:ext cx="534010" cy="314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LLM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17" name="Text 8"/>
          <p:cNvSpPr/>
          <p:nvPr/>
        </p:nvSpPr>
        <p:spPr>
          <a:xfrm>
            <a:off x="5244998" y="3844138"/>
            <a:ext cx="505663" cy="314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TTS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23" name="Text 11"/>
          <p:cNvSpPr/>
          <p:nvPr/>
        </p:nvSpPr>
        <p:spPr>
          <a:xfrm>
            <a:off x="7653528" y="3844138"/>
            <a:ext cx="1162202" cy="314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Windows GPU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52332AE9-2BF4-A080-C843-C9138A68F286}"/>
              </a:ext>
            </a:extLst>
          </p:cNvPr>
          <p:cNvSpPr/>
          <p:nvPr/>
        </p:nvSpPr>
        <p:spPr>
          <a:xfrm>
            <a:off x="4010558" y="3844138"/>
            <a:ext cx="526694" cy="309524"/>
          </a:xfrm>
          <a:prstGeom prst="rect">
            <a:avLst/>
          </a:prstGeom>
          <a:solidFill>
            <a:schemeClr val="bg2"/>
          </a:solidFill>
          <a:ln w="38100">
            <a:solidFill>
              <a:schemeClr val="bg2"/>
            </a:solidFill>
            <a:round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302CEEE-C5B9-6333-ED0C-6EB9150ED23A}"/>
              </a:ext>
            </a:extLst>
          </p:cNvPr>
          <p:cNvSpPr/>
          <p:nvPr/>
        </p:nvSpPr>
        <p:spPr>
          <a:xfrm>
            <a:off x="5844846" y="3844138"/>
            <a:ext cx="532180" cy="309524"/>
          </a:xfrm>
          <a:prstGeom prst="rect">
            <a:avLst/>
          </a:prstGeom>
          <a:solidFill>
            <a:schemeClr val="bg2"/>
          </a:solidFill>
          <a:ln w="38100">
            <a:solidFill>
              <a:schemeClr val="bg2"/>
            </a:solidFill>
            <a:round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C245D5D-AC0A-C850-EE29-AEA2BAD756B6}"/>
              </a:ext>
            </a:extLst>
          </p:cNvPr>
          <p:cNvSpPr/>
          <p:nvPr/>
        </p:nvSpPr>
        <p:spPr>
          <a:xfrm>
            <a:off x="6472124" y="3847636"/>
            <a:ext cx="1090878" cy="309524"/>
          </a:xfrm>
          <a:prstGeom prst="rect">
            <a:avLst/>
          </a:prstGeom>
          <a:solidFill>
            <a:schemeClr val="bg2"/>
          </a:solidFill>
          <a:ln w="38100" cap="rnd">
            <a:solidFill>
              <a:schemeClr val="bg2"/>
            </a:solidFill>
            <a:round/>
          </a:ln>
          <a:scene3d>
            <a:camera prst="orthographicFront"/>
            <a:lightRig rig="threePt" dir="t"/>
          </a:scene3d>
          <a:sp3d>
            <a:bevelT w="0" h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Text 6"/>
          <p:cNvSpPr/>
          <p:nvPr/>
        </p:nvSpPr>
        <p:spPr>
          <a:xfrm>
            <a:off x="4005072" y="3844138"/>
            <a:ext cx="534010" cy="3145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VLM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19" name="Text 9"/>
          <p:cNvSpPr/>
          <p:nvPr/>
        </p:nvSpPr>
        <p:spPr>
          <a:xfrm>
            <a:off x="5844845" y="3844138"/>
            <a:ext cx="534010" cy="314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RAG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21" name="Text 10"/>
          <p:cNvSpPr/>
          <p:nvPr/>
        </p:nvSpPr>
        <p:spPr>
          <a:xfrm>
            <a:off x="6467551" y="3844138"/>
            <a:ext cx="1095451" cy="314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Apple Silicon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-57607" y="6277356"/>
            <a:ext cx="12306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2026年2月15日 | ChatGPT</a:t>
            </a:r>
            <a:endParaRPr lang="en-US" sz="1000" dirty="0">
              <a:latin typeface="Cambria" panose="02040503050406030204" pitchFamily="18" charset="0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90902" y="809244"/>
            <a:ext cx="609905" cy="60990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2133295" y="1705356"/>
            <a:ext cx="79251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15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Technical Research Report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8" name="Text 3"/>
          <p:cNvSpPr txBox="1"/>
          <p:nvPr/>
        </p:nvSpPr>
        <p:spPr>
          <a:xfrm>
            <a:off x="1677924" y="2190902"/>
            <a:ext cx="8837676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42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42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4200" dirty="0"/>
          </a:p>
        </p:txBody>
      </p:sp>
      <p:sp>
        <p:nvSpPr>
          <p:cNvPr id="9" name="Text 4"/>
          <p:cNvSpPr txBox="1"/>
          <p:nvPr/>
        </p:nvSpPr>
        <p:spPr>
          <a:xfrm>
            <a:off x="2095805" y="2929738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オンデバイス／ローカル推論の現実解と推奨スタック</a:t>
            </a:r>
            <a:endParaRPr lang="en-US" sz="2400" dirty="0"/>
          </a:p>
        </p:txBody>
      </p:sp>
      <p:sp>
        <p:nvSpPr>
          <p:cNvPr id="24" name="Shape 12"/>
          <p:cNvSpPr/>
          <p:nvPr/>
        </p:nvSpPr>
        <p:spPr>
          <a:xfrm>
            <a:off x="2190902" y="4463186"/>
            <a:ext cx="7810805" cy="1591056"/>
          </a:xfrm>
          <a:prstGeom prst="roundRect">
            <a:avLst>
              <a:gd name="adj" fmla="val 413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13"/>
          <p:cNvSpPr/>
          <p:nvPr/>
        </p:nvSpPr>
        <p:spPr>
          <a:xfrm>
            <a:off x="2190902" y="4463186"/>
            <a:ext cx="38405" cy="1591056"/>
          </a:xfrm>
          <a:prstGeom prst="roundRect">
            <a:avLst>
              <a:gd name="adj" fmla="val 171086"/>
            </a:avLst>
          </a:prstGeom>
          <a:solidFill>
            <a:srgbClr val="007AFF"/>
          </a:solidFill>
          <a:ln w="12700">
            <a:solidFill>
              <a:srgbClr val="007A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2533802" y="4691786"/>
            <a:ext cx="7277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Report Purpose</a:t>
            </a:r>
            <a:endParaRPr lang="en-US" sz="1200" dirty="0">
              <a:latin typeface="Cambria" panose="02040503050406030204" pitchFamily="18" charset="0"/>
            </a:endParaRPr>
          </a:p>
        </p:txBody>
      </p:sp>
      <p:sp>
        <p:nvSpPr>
          <p:cNvPr id="27" name="Text 15"/>
          <p:cNvSpPr txBox="1"/>
          <p:nvPr/>
        </p:nvSpPr>
        <p:spPr>
          <a:xfrm>
            <a:off x="2533802" y="4997196"/>
            <a:ext cx="7239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Apple SiliconおよびWindows環境におけるローカルAIの実運用ラインと推奨スタックを提示。</a:t>
            </a:r>
            <a:endParaRPr lang="en-US" sz="1300" dirty="0">
              <a:latin typeface="Cambria" panose="02040503050406030204" pitchFamily="18" charset="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「意思決定のための要点」と「根拠となる完全な技術詳細」を二層構造で網羅。 </a:t>
            </a:r>
            <a:endParaRPr lang="en-US" sz="1300" dirty="0">
              <a:latin typeface="Cambria" panose="02040503050406030204" pitchFamily="18" charset="0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316926C-519C-93D4-B4F4-E7C697F17893}"/>
              </a:ext>
            </a:extLst>
          </p:cNvPr>
          <p:cNvSpPr/>
          <p:nvPr/>
        </p:nvSpPr>
        <p:spPr>
          <a:xfrm>
            <a:off x="-1" y="0"/>
            <a:ext cx="12192001" cy="75896"/>
          </a:xfrm>
          <a:prstGeom prst="rect">
            <a:avLst/>
          </a:prstGeom>
          <a:solidFill>
            <a:srgbClr val="02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56</Words>
  <Application>Microsoft Macintosh PowerPoint</Application>
  <PresentationFormat>ワイド画面</PresentationFormat>
  <Paragraphs>15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Noto Sans JP</vt:lpstr>
      <vt:lpstr>Arial</vt:lpstr>
      <vt:lpstr>Cambria</vt:lpstr>
      <vt:lpstr>Office Theme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e19217_木更津</cp:lastModifiedBy>
  <cp:revision>3</cp:revision>
  <dcterms:created xsi:type="dcterms:W3CDTF">2026-02-15T07:19:24Z</dcterms:created>
  <dcterms:modified xsi:type="dcterms:W3CDTF">2026-02-25T03:41:57Z</dcterms:modified>
</cp:coreProperties>
</file>